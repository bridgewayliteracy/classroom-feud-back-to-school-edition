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1A3366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54864"/>
            <a:ext cx="320040" cy="5033772"/>
          </a:xfrm>
          <a:prstGeom prst="rect">
            <a:avLst/>
          </a:prstGeom>
          <a:solidFill>
            <a:srgbClr val="1A3366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57200"/>
            <a:ext cx="6949440" cy="420624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0" y="658368"/>
            <a:ext cx="3291840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658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</a:rPr>
              <a:t>MIDDLE SCHOOL EDITION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6583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FEUD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2286000" y="3090672"/>
            <a:ext cx="4572000" cy="36576"/>
          </a:xfrm>
          <a:prstGeom prst="rect">
            <a:avLst/>
          </a:prstGeom>
          <a:solidFill>
            <a:srgbClr val="C8A800"/>
          </a:solidFill>
          <a:ln w="12700">
            <a:solidFill>
              <a:srgbClr val="C8A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5F0E8"/>
                </a:solidFill>
              </a:rPr>
              <a:t>BACK-TO-SCHOOL EDITION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794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BB"/>
                </a:solidFill>
              </a:rPr>
              <a:t>Click answer tiles to reveal • Track scores • 3 strikes = Steal opportunity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932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DIVIDE INTO 2 TEAMS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80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Split the class into two equal teams.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688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2304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FACE-OFF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651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One player from each team races to buzz in first with an answer.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PLAY OR PASS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4023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The winning team decides to play or pass control to the other team.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8229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4920" y="10972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87568" y="932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REVEAL ANSWERS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87568" y="1280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Click each answer box to reveal it. Points add up automatically.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4688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87568" y="2304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STRIKES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87568" y="2651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Wrong answers = a strike. 3 strikes and the other team gets to STEAL!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420624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74920" y="38404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87568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STEAL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87568" y="4023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One answer wins all points. Miss it and points go to the other team.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 / 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 / 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MAKING FRIENDS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 / 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MAKING FRIENDS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TEACHERS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 / 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MAKING FRIENDS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TEACHERS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GETTING LOST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worry about before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 / 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MAKING FRIENDS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TEACHERS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GETTING LOST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NEW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NEW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NEW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NEW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TEACHERS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hope happens during the first week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NEW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TEACHERS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EASY CLASSES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SCHOOL SUPPLIES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SCHOOL SUPPLIES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LAPTOP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SCHOOL SUPPLIES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LAPTOP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WATER BOTTLE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bring on the first day of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SCHOOL SUPPLIES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LAPTOP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WATER BOTTLE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LUNCH / SNACKS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SEEING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SEEING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SPORTS / ATHLETICS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SEEING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SPORTS / ATHLETICS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CLUBS &amp;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SEEING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SPORTS / ATHLETICS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CLUBS &amp;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TEACHERS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are most excited about this school year.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SEEING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SPORTS / ATHLETICS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CLUBS &amp;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TEACHERS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FIELD TRIPS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PENCIL / 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PENCIL / 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PENCIL / 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CHARGER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PENCIL / 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CHARGER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BINDER / NOTEBOOK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forget to bring to school.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PENCIL / 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CHROMEBOOK / CHARGER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BINDER / NOTEBOOK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LUNCH / LUNCH MONEY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TALK TO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40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TALK TO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THEIR 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TALK TO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THEIR 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TALK TO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THEIR 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JOKE AROUND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do when the teacher isn't looking.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TALK TO FRIENDS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THEIR 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JOKE AROUND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EAT SNACKS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QUIET / SHH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QUIET / SHH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 ATTENTION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QUIET / SHH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 ATTENTION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TAKE OUT YOUR NOTEBOOK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QUIET / SHH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 ATTENTION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TAKE OUT YOUR NOTEBOOK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TURN IT 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teachers say every single day.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QUIET / SHH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 ATTENTION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TAKE OUT YOUR NOTEBOOK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TURN IT 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SIT DOWN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3657600" cy="3108960"/>
          </a:xfrm>
          <a:prstGeom prst="rect">
            <a:avLst/>
          </a:prstGeom>
          <a:solidFill>
            <a:srgbClr val="112244"/>
          </a:solidFill>
          <a:ln w="317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36576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C8A8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7432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899BB"/>
                </a:solidFill>
              </a:rPr>
              <a:t>OF 8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FUNNY / HAS 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1618488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92808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35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FUNNY / HAS 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/ 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60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FUNNY / HAS 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/ 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FAIR / CONSISTENT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11496" y="2459736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1496" y="2734056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80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FUNNY / HAS 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/ 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FAIR / CONSISTENT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 ACTIVITIES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" y="3300984"/>
            <a:ext cx="2560320" cy="201168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575304"/>
            <a:ext cx="1280160" cy="146304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</a:rPr>
              <a:t>ROUND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"/>
            <a:ext cx="8595360" cy="777240"/>
          </a:xfrm>
          <a:prstGeom prst="rect">
            <a:avLst/>
          </a:prstGeom>
          <a:solidFill>
            <a:srgbClr val="1A3366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8A800"/>
                </a:solidFill>
              </a:rPr>
              <a:t>SURVEY SAYS...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Name something students like most about a great teacher.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FUNNY / HAS 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44568" y="1417320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14904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NICE / 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149047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FAIR / CONSISTENT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25856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233172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 ACTIVITIES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4160520" cy="749808"/>
          </a:xfrm>
          <a:prstGeom prst="rect">
            <a:avLst/>
          </a:prstGeom>
          <a:solidFill>
            <a:srgbClr val="0D6B35"/>
          </a:solidFill>
          <a:ln w="19050">
            <a:solidFill>
              <a:srgbClr val="1A8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solidFill>
            <a:srgbClr val="0A4A25"/>
          </a:solidFill>
          <a:ln w="12700">
            <a:solidFill>
              <a:srgbClr val="0A4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98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17296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HELPFUL / PATIENT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31729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solidFill>
            <a:srgbClr val="112244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ROUND POINTS: 100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AAFF"/>
                </a:solidFill>
              </a:rPr>
              <a:t>TEAM 1:  _______ pts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4599432"/>
            <a:ext cx="4114800" cy="48920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608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</a:rPr>
              <a:t>TEAM 2:  _______ pts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6400800" cy="3566160"/>
          </a:xfrm>
          <a:prstGeom prst="rect">
            <a:avLst/>
          </a:prstGeom>
          <a:solidFill>
            <a:srgbClr val="2A0000"/>
          </a:solidFill>
          <a:ln w="381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8100000">
              <a:srgbClr val="FF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STEAL!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3 STRIKES! The other team gets one chance.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BBBB"/>
                </a:solidFill>
              </a:rPr>
              <a:t>Can they name something on the board?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</a:rPr>
              <a:t>✓ Correct = STEAL the points!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✗ Wrong = Points stay with other team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66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200400" cy="36576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749040"/>
          </a:xfrm>
          <a:prstGeom prst="rect">
            <a:avLst/>
          </a:prstGeom>
          <a:solidFill>
            <a:srgbClr val="112244"/>
          </a:solidFill>
          <a:ln w="31750">
            <a:solidFill>
              <a:srgbClr val="FF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212080" y="1536192"/>
            <a:ext cx="32004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899BB"/>
                </a:solidFill>
              </a:rPr>
              <a:t>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899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57200"/>
            <a:ext cx="7315200" cy="4206240"/>
          </a:xfrm>
          <a:prstGeom prst="rect">
            <a:avLst/>
          </a:prstGeom>
          <a:solidFill>
            <a:srgbClr val="112244"/>
          </a:solidFill>
          <a:ln w="38100">
            <a:solidFill>
              <a:srgbClr val="C8A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🏆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8100000">
              <a:srgbClr val="C8A800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WINNER!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C8A800"/>
          </a:solidFill>
          <a:ln w="12700">
            <a:solidFill>
              <a:srgbClr val="C8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99BB"/>
                </a:solidFill>
              </a:rPr>
              <a:t>Write the winning team name here!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</a:rPr>
              <a:t>Thanks for playing Classroom Feud: Middle School Edition!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Feud: Middle School Edition</dc:title>
  <dc:subject>PptxGenJS Presentation</dc:subject>
  <dc:creator>PptxGenJS</dc:creator>
  <cp:lastModifiedBy>PptxGenJS</cp:lastModifiedBy>
  <cp:revision>1</cp:revision>
  <dcterms:created xsi:type="dcterms:W3CDTF">2026-06-01T02:51:41Z</dcterms:created>
  <dcterms:modified xsi:type="dcterms:W3CDTF">2026-06-01T02:51:41Z</dcterms:modified>
</cp:coreProperties>
</file>